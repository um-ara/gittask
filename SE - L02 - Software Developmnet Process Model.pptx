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sldIdLst>
    <p:sldId id="256" r:id="rId2"/>
    <p:sldId id="293" r:id="rId3"/>
    <p:sldId id="296" r:id="rId4"/>
    <p:sldId id="298" r:id="rId5"/>
    <p:sldId id="299" r:id="rId6"/>
    <p:sldId id="303" r:id="rId7"/>
    <p:sldId id="304" r:id="rId8"/>
    <p:sldId id="295" r:id="rId9"/>
    <p:sldId id="311" r:id="rId10"/>
    <p:sldId id="312" r:id="rId11"/>
    <p:sldId id="31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60" d="100"/>
          <a:sy n="60" d="100"/>
        </p:scale>
        <p:origin x="720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605EC7F-3B32-4E41-BE4A-835A1D748A76}"/>
    <pc:docChg chg="modSld">
      <pc:chgData name="Saikat Baul" userId="dae859d7-ea3e-4a5d-83a1-d953f3940120" providerId="ADAL" clId="{7605EC7F-3B32-4E41-BE4A-835A1D748A76}" dt="2026-02-08T07:56:00.121" v="0" actId="20577"/>
      <pc:docMkLst>
        <pc:docMk/>
      </pc:docMkLst>
      <pc:sldChg chg="modSp mod">
        <pc:chgData name="Saikat Baul" userId="dae859d7-ea3e-4a5d-83a1-d953f3940120" providerId="ADAL" clId="{7605EC7F-3B32-4E41-BE4A-835A1D748A76}" dt="2026-02-08T07:56:00.121" v="0" actId="20577"/>
        <pc:sldMkLst>
          <pc:docMk/>
          <pc:sldMk cId="1567044653" sldId="303"/>
        </pc:sldMkLst>
        <pc:spChg chg="mod">
          <ac:chgData name="Saikat Baul" userId="dae859d7-ea3e-4a5d-83a1-d953f3940120" providerId="ADAL" clId="{7605EC7F-3B32-4E41-BE4A-835A1D748A76}" dt="2026-02-08T07:56:00.121" v="0" actId="20577"/>
          <ac:spMkLst>
            <pc:docMk/>
            <pc:sldMk cId="1567044653" sldId="30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Inception Phase: </a:t>
            </a:r>
            <a:r>
              <a:rPr lang="en-US" dirty="0"/>
              <a:t>Define project scope, objectives, and business case. Identify key requirements and risks and create initial plans.</a:t>
            </a:r>
          </a:p>
          <a:p>
            <a:r>
              <a:rPr lang="en-US" b="1" dirty="0"/>
              <a:t>2. Elaboration Phase: </a:t>
            </a:r>
            <a:r>
              <a:rPr lang="en-US" dirty="0"/>
              <a:t>Refine requirements and validate system architecture. Mitigate risks and plan the construction phase.</a:t>
            </a:r>
          </a:p>
          <a:p>
            <a:r>
              <a:rPr lang="en-US" b="1" dirty="0"/>
              <a:t>3. Construction Phase: </a:t>
            </a:r>
            <a:r>
              <a:rPr lang="en-US" dirty="0"/>
              <a:t>Develop, integrate, and test system components. Ensure functionality and quality through iterative builds.</a:t>
            </a:r>
          </a:p>
          <a:p>
            <a:r>
              <a:rPr lang="en-US" b="1" dirty="0"/>
              <a:t>4. Transition Phase: </a:t>
            </a:r>
            <a:r>
              <a:rPr lang="en-US" dirty="0"/>
              <a:t>Deploy the product and train users. </a:t>
            </a:r>
            <a:r>
              <a:rPr lang="en-US"/>
              <a:t>Address defects and gather user feedback.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ikatbaul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.in/citations?user=4oWx7ZcAAAAJ&amp;hl=e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6617353-D5FE-73A3-2F04-327E6A6CCE0B}"/>
              </a:ext>
            </a:extLst>
          </p:cNvPr>
          <p:cNvGrpSpPr/>
          <p:nvPr/>
        </p:nvGrpSpPr>
        <p:grpSpPr>
          <a:xfrm>
            <a:off x="4471587" y="4672800"/>
            <a:ext cx="7237813" cy="1696591"/>
            <a:chOff x="4471587" y="4672800"/>
            <a:chExt cx="7237813" cy="1696591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15690BF5-02E4-7D00-0B94-72E46F770A4B}"/>
                </a:ext>
              </a:extLst>
            </p:cNvPr>
            <p:cNvSpPr txBox="1">
              <a:spLocks/>
            </p:cNvSpPr>
            <p:nvPr/>
          </p:nvSpPr>
          <p:spPr>
            <a:xfrm>
              <a:off x="8849074" y="4697932"/>
              <a:ext cx="2860326" cy="16463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r"/>
              <a:r>
                <a:rPr lang="en-US" sz="2400" dirty="0">
                  <a:solidFill>
                    <a:srgbClr val="7030A0"/>
                  </a:solidFill>
                </a:rPr>
                <a:t>Saikat Baul</a:t>
              </a:r>
            </a:p>
            <a:p>
              <a:pPr algn="r"/>
              <a:r>
                <a:rPr lang="en-US" sz="2000" dirty="0">
                  <a:solidFill>
                    <a:schemeClr val="tx1"/>
                  </a:solidFill>
                </a:rPr>
                <a:t>Lecturer, CS,  AIUB</a:t>
              </a:r>
            </a:p>
            <a:p>
              <a:pPr algn="r"/>
              <a:r>
                <a:rPr lang="en-US" sz="2000" cap="none" dirty="0">
                  <a:solidFill>
                    <a:schemeClr val="tx1"/>
                  </a:solidFill>
                  <a:hlinkClick r:id="rId3"/>
                </a:rPr>
                <a:t>saikatbaul@aiub.edu</a:t>
              </a:r>
              <a:r>
                <a:rPr lang="en-US" sz="2000" cap="none" dirty="0">
                  <a:solidFill>
                    <a:schemeClr val="tx1"/>
                  </a:solidFill>
                </a:rPr>
                <a:t> </a:t>
              </a:r>
              <a:endParaRPr lang="en-US" sz="2300" cap="none" dirty="0"/>
            </a:p>
          </p:txBody>
        </p:sp>
        <p:pic>
          <p:nvPicPr>
            <p:cNvPr id="7" name="Picture 2" descr="Google Scholar Logo PNG Vector (AI, PDF ...">
              <a:hlinkClick r:id="rId4"/>
              <a:extLst>
                <a:ext uri="{FF2B5EF4-FFF2-40B4-BE49-F238E27FC236}">
                  <a16:creationId xmlns:a16="http://schemas.microsoft.com/office/drawing/2014/main" id="{4C921F6C-DE57-9323-E5B7-C26703D810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1587" y="4672800"/>
              <a:ext cx="1696591" cy="1696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</a:t>
            </a:r>
            <a:r>
              <a:rPr lang="en-GB" sz="2000">
                <a:latin typeface="+mj-lt"/>
              </a:rPr>
              <a:t>required functionality. </a:t>
            </a:r>
            <a:endParaRPr lang="en-GB" sz="2000" dirty="0"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98618"/>
            <a:ext cx="11034702" cy="30902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000" b="1" dirty="0">
                <a:latin typeface="+mj-lt"/>
              </a:rPr>
              <a:t>Advantages of Incremental Development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Customer value can be delivered with each increment, so system functionality is available earlier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/>
              <a:t>Deliver the core product first</a:t>
            </a:r>
            <a:endParaRPr lang="en-GB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Early increments act as a prototype to help identify requirements for later increments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Lower risk of overall project failure</a:t>
            </a:r>
          </a:p>
          <a:p>
            <a:pPr>
              <a:buFont typeface="Wingdings" pitchFamily="2" charset="2"/>
              <a:buChar char="§"/>
            </a:pPr>
            <a:r>
              <a:rPr lang="en-GB" sz="2000" dirty="0">
                <a:latin typeface="+mj-lt"/>
              </a:rPr>
              <a:t>The highest-priority system services tend to receive the most testing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4EB3A2-622F-7CEC-2009-75A20B76FC4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2476521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</a:t>
            </a:r>
            <a:r>
              <a:rPr lang="en-GB" altLang="en-US" sz="2000" dirty="0"/>
              <a:t>, give or take 30 days</a:t>
            </a:r>
            <a:r>
              <a:rPr lang="en-US" sz="2000" dirty="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AF3CF8D61A7E498A6D23DDEC9CF059" ma:contentTypeVersion="0" ma:contentTypeDescription="Create a new document." ma:contentTypeScope="" ma:versionID="987336e1ef87bdbdf367601bcded7c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C9D410-BE09-45A0-A9E7-18BAE14300D0}"/>
</file>

<file path=customXml/itemProps2.xml><?xml version="1.0" encoding="utf-8"?>
<ds:datastoreItem xmlns:ds="http://schemas.openxmlformats.org/officeDocument/2006/customXml" ds:itemID="{FCC6E013-BE73-4233-9D04-97DFB20DBEC7}"/>
</file>

<file path=customXml/itemProps3.xml><?xml version="1.0" encoding="utf-8"?>
<ds:datastoreItem xmlns:ds="http://schemas.openxmlformats.org/officeDocument/2006/customXml" ds:itemID="{C6DC2F55-F1DD-43CE-8A0A-397205552780}"/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803</Words>
  <Application>Microsoft Office PowerPoint</Application>
  <PresentationFormat>Widescreen</PresentationFormat>
  <Paragraphs>100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Saikat Baul</cp:lastModifiedBy>
  <cp:revision>24</cp:revision>
  <dcterms:created xsi:type="dcterms:W3CDTF">2019-05-13T08:37:20Z</dcterms:created>
  <dcterms:modified xsi:type="dcterms:W3CDTF">2026-02-08T07:56:03Z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0x010100EEAF3CF8D61A7E498A6D23DDEC9CF059</vt:lpwstr>
  </property>
</Properties>
</file>