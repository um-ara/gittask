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300" r:id="rId9"/>
    <p:sldId id="298" r:id="rId10"/>
    <p:sldId id="307" r:id="rId11"/>
    <p:sldId id="308" r:id="rId12"/>
    <p:sldId id="309" r:id="rId13"/>
    <p:sldId id="310" r:id="rId14"/>
    <p:sldId id="312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FA600-8B9F-41F7-A1BE-97560674968E}" v="2" dt="2025-10-27T11:02:05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103" d="100"/>
          <a:sy n="103" d="100"/>
        </p:scale>
        <p:origin x="49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</pc:sldChg>
    </pc:docChg>
  </pc:docChgLst>
  <pc:docChgLst>
    <pc:chgData name="Saikat Baul" userId="dae859d7-ea3e-4a5d-83a1-d953f3940120" providerId="ADAL" clId="{D5D420DE-923A-48C3-8C9D-6EE2B77A9274}"/>
    <pc:docChg chg="custSel modSld">
      <pc:chgData name="Saikat Baul" userId="dae859d7-ea3e-4a5d-83a1-d953f3940120" providerId="ADAL" clId="{D5D420DE-923A-48C3-8C9D-6EE2B77A9274}" dt="2025-10-27T11:02:39.600" v="4" actId="14100"/>
      <pc:docMkLst>
        <pc:docMk/>
      </pc:docMkLst>
      <pc:sldChg chg="addSp delSp modSp mod">
        <pc:chgData name="Saikat Baul" userId="dae859d7-ea3e-4a5d-83a1-d953f3940120" providerId="ADAL" clId="{D5D420DE-923A-48C3-8C9D-6EE2B77A9274}" dt="2025-10-27T11:02:05.594" v="3"/>
        <pc:sldMkLst>
          <pc:docMk/>
          <pc:sldMk cId="2664565021" sldId="256"/>
        </pc:sldMkLst>
        <pc:spChg chg="del">
          <ac:chgData name="Saikat Baul" userId="dae859d7-ea3e-4a5d-83a1-d953f3940120" providerId="ADAL" clId="{D5D420DE-923A-48C3-8C9D-6EE2B77A9274}" dt="2025-10-27T11:01:24.451" v="0" actId="478"/>
          <ac:spMkLst>
            <pc:docMk/>
            <pc:sldMk cId="2664565021" sldId="256"/>
            <ac:spMk id="4" creationId="{A777D435-A5B1-F296-B90B-4CE6D7D1AC8D}"/>
          </ac:spMkLst>
        </pc:spChg>
        <pc:spChg chg="mod">
          <ac:chgData name="Saikat Baul" userId="dae859d7-ea3e-4a5d-83a1-d953f3940120" providerId="ADAL" clId="{D5D420DE-923A-48C3-8C9D-6EE2B77A9274}" dt="2025-10-27T11:02:05.594" v="3"/>
          <ac:spMkLst>
            <pc:docMk/>
            <pc:sldMk cId="2664565021" sldId="256"/>
            <ac:spMk id="6" creationId="{E3A163B7-EDDD-D285-1B42-2128F180FC9A}"/>
          </ac:spMkLst>
        </pc:spChg>
        <pc:spChg chg="del">
          <ac:chgData name="Saikat Baul" userId="dae859d7-ea3e-4a5d-83a1-d953f3940120" providerId="ADAL" clId="{D5D420DE-923A-48C3-8C9D-6EE2B77A9274}" dt="2025-10-27T11:01:27.068" v="1" actId="478"/>
          <ac:spMkLst>
            <pc:docMk/>
            <pc:sldMk cId="2664565021" sldId="256"/>
            <ac:spMk id="24" creationId="{C2082529-78D7-4EA7-BFF9-A1D1F62040C8}"/>
          </ac:spMkLst>
        </pc:spChg>
        <pc:grpChg chg="add mod">
          <ac:chgData name="Saikat Baul" userId="dae859d7-ea3e-4a5d-83a1-d953f3940120" providerId="ADAL" clId="{D5D420DE-923A-48C3-8C9D-6EE2B77A9274}" dt="2025-10-27T11:02:05.594" v="3"/>
          <ac:grpSpMkLst>
            <pc:docMk/>
            <pc:sldMk cId="2664565021" sldId="256"/>
            <ac:grpSpMk id="5" creationId="{B5843732-EFBE-5F25-0A4E-2C5D309268DE}"/>
          </ac:grpSpMkLst>
        </pc:grpChg>
        <pc:picChg chg="del">
          <ac:chgData name="Saikat Baul" userId="dae859d7-ea3e-4a5d-83a1-d953f3940120" providerId="ADAL" clId="{D5D420DE-923A-48C3-8C9D-6EE2B77A9274}" dt="2025-10-27T11:01:29.540" v="2" actId="478"/>
          <ac:picMkLst>
            <pc:docMk/>
            <pc:sldMk cId="2664565021" sldId="256"/>
            <ac:picMk id="2" creationId="{344270E6-900A-ECC5-70F8-9779BC90F146}"/>
          </ac:picMkLst>
        </pc:picChg>
        <pc:picChg chg="mod">
          <ac:chgData name="Saikat Baul" userId="dae859d7-ea3e-4a5d-83a1-d953f3940120" providerId="ADAL" clId="{D5D420DE-923A-48C3-8C9D-6EE2B77A9274}" dt="2025-10-27T11:02:05.594" v="3"/>
          <ac:picMkLst>
            <pc:docMk/>
            <pc:sldMk cId="2664565021" sldId="256"/>
            <ac:picMk id="7" creationId="{7F57A026-39D6-570E-0448-375FA38EB02E}"/>
          </ac:picMkLst>
        </pc:picChg>
      </pc:sldChg>
      <pc:sldChg chg="modSp mod">
        <pc:chgData name="Saikat Baul" userId="dae859d7-ea3e-4a5d-83a1-d953f3940120" providerId="ADAL" clId="{D5D420DE-923A-48C3-8C9D-6EE2B77A9274}" dt="2025-10-27T11:02:39.600" v="4" actId="14100"/>
        <pc:sldMkLst>
          <pc:docMk/>
          <pc:sldMk cId="2980895392" sldId="312"/>
        </pc:sldMkLst>
        <pc:spChg chg="mod">
          <ac:chgData name="Saikat Baul" userId="dae859d7-ea3e-4a5d-83a1-d953f3940120" providerId="ADAL" clId="{D5D420DE-923A-48C3-8C9D-6EE2B77A9274}" dt="2025-10-27T11:02:39.600" v="4" actId="14100"/>
          <ac:spMkLst>
            <pc:docMk/>
            <pc:sldMk cId="2980895392" sldId="312"/>
            <ac:spMk id="5" creationId="{00000000-0000-0000-0000-000000000000}"/>
          </ac:spMkLst>
        </pc:spChg>
      </pc:sldChg>
    </pc:docChg>
  </pc:docChgLst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ikatbaul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.in/citations?user=4oWx7ZcAAAAJ&amp;hl=e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B5843732-EFBE-5F25-0A4E-2C5D309268DE}"/>
              </a:ext>
            </a:extLst>
          </p:cNvPr>
          <p:cNvGrpSpPr/>
          <p:nvPr/>
        </p:nvGrpSpPr>
        <p:grpSpPr>
          <a:xfrm>
            <a:off x="4471587" y="4672800"/>
            <a:ext cx="7237813" cy="1696591"/>
            <a:chOff x="4471587" y="4672800"/>
            <a:chExt cx="7237813" cy="1696591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E3A163B7-EDDD-D285-1B42-2128F180FC9A}"/>
                </a:ext>
              </a:extLst>
            </p:cNvPr>
            <p:cNvSpPr txBox="1">
              <a:spLocks/>
            </p:cNvSpPr>
            <p:nvPr/>
          </p:nvSpPr>
          <p:spPr>
            <a:xfrm>
              <a:off x="8849074" y="4697932"/>
              <a:ext cx="2860326" cy="16463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all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r"/>
              <a:r>
                <a:rPr lang="en-US" sz="2400" dirty="0">
                  <a:solidFill>
                    <a:srgbClr val="7030A0"/>
                  </a:solidFill>
                </a:rPr>
                <a:t>Saikat Baul</a:t>
              </a:r>
            </a:p>
            <a:p>
              <a:pPr algn="r"/>
              <a:r>
                <a:rPr lang="en-US" sz="2000" dirty="0">
                  <a:solidFill>
                    <a:schemeClr val="tx1"/>
                  </a:solidFill>
                </a:rPr>
                <a:t>Lecturer, CS,  AIUB</a:t>
              </a:r>
            </a:p>
            <a:p>
              <a:pPr algn="r"/>
              <a:r>
                <a:rPr lang="en-US" sz="2000" cap="none" dirty="0">
                  <a:solidFill>
                    <a:schemeClr val="tx1"/>
                  </a:solidFill>
                  <a:hlinkClick r:id="rId3"/>
                </a:rPr>
                <a:t>saikatbaul@aiub.edu</a:t>
              </a:r>
              <a:r>
                <a:rPr lang="en-US" sz="2000" cap="none" dirty="0">
                  <a:solidFill>
                    <a:schemeClr val="tx1"/>
                  </a:solidFill>
                </a:rPr>
                <a:t> </a:t>
              </a:r>
              <a:endParaRPr lang="en-US" sz="2300" cap="none" dirty="0"/>
            </a:p>
          </p:txBody>
        </p:sp>
        <p:pic>
          <p:nvPicPr>
            <p:cNvPr id="7" name="Picture 2" descr="Google Scholar Logo PNG Vector (AI, PDF ...">
              <a:hlinkClick r:id="rId4"/>
              <a:extLst>
                <a:ext uri="{FF2B5EF4-FFF2-40B4-BE49-F238E27FC236}">
                  <a16:creationId xmlns:a16="http://schemas.microsoft.com/office/drawing/2014/main" id="{7F57A026-39D6-570E-0448-375FA38EB0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1587" y="4672800"/>
              <a:ext cx="1696591" cy="1696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Kelly,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A5527B-1A92-9FCD-F5D8-1A8423289D66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1013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AF3CF8D61A7E498A6D23DDEC9CF059" ma:contentTypeVersion="0" ma:contentTypeDescription="Create a new document." ma:contentTypeScope="" ma:versionID="987336e1ef87bdbdf367601bcded7c3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3FA2CA7-9D78-4B83-8B0C-DCD7A2866024}"/>
</file>

<file path=customXml/itemProps2.xml><?xml version="1.0" encoding="utf-8"?>
<ds:datastoreItem xmlns:ds="http://schemas.openxmlformats.org/officeDocument/2006/customXml" ds:itemID="{294CA2AD-5D72-4B5A-9983-F1928E7926B5}"/>
</file>

<file path=customXml/itemProps3.xml><?xml version="1.0" encoding="utf-8"?>
<ds:datastoreItem xmlns:ds="http://schemas.openxmlformats.org/officeDocument/2006/customXml" ds:itemID="{B298B134-6E1E-4819-859D-6F01949A5F95}"/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1104</Words>
  <Application>Microsoft Office PowerPoint</Application>
  <PresentationFormat>Widescreen</PresentationFormat>
  <Paragraphs>130</Paragraphs>
  <Slides>15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ＭＳ Ｐゴシック</vt:lpstr>
      <vt:lpstr>PMingLiU</vt:lpstr>
      <vt:lpstr>Bell MT</vt:lpstr>
      <vt:lpstr>Calibri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Saikat Baul</cp:lastModifiedBy>
  <cp:revision>49</cp:revision>
  <dcterms:created xsi:type="dcterms:W3CDTF">2019-05-13T08:37:20Z</dcterms:created>
  <dcterms:modified xsi:type="dcterms:W3CDTF">2025-10-27T11:02:41Z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0x010100EEAF3CF8D61A7E498A6D23DDEC9CF059</vt:lpwstr>
  </property>
</Properties>
</file>